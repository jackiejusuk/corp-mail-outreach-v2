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corp-mail-outreach-v2 — 어디서, 무엇을 실행하는가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작성 · 지시는 핸드폰/노트북 어디서나 → Claude.ai(클라우드)가 처리   /   실제 회사 데이터·Gmail 발송은 로컬 노트북에서만 실행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97380"/>
            <a:ext cx="1645920" cy="1143000"/>
          </a:xfrm>
          <a:prstGeom prst="roundRect">
            <a:avLst>
              <a:gd name="adj" fmla="val 72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25396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9705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427732"/>
            <a:ext cx="1426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웹/앱으로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접속·지시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3451860"/>
            <a:ext cx="1645920" cy="1143000"/>
          </a:xfrm>
          <a:prstGeom prst="roundRect">
            <a:avLst>
              <a:gd name="adj" fmla="val 72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57987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35250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브라우저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3982212"/>
            <a:ext cx="1426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웹으로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접속·지시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103120" y="2468880"/>
            <a:ext cx="274320" cy="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103120" y="4023360"/>
            <a:ext cx="274320" cy="-5029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377440" y="173736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9019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999232" y="186537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클라우드 세션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(Linux, 임시 컨테이너)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2578608" y="25146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· 문서 작성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데이터로 로직 테스트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메일함 테스트 발송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/ push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542032" y="4251960"/>
            <a:ext cx="2322576" cy="34747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2542032" y="425196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없음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0" y="260604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2429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75234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59552" y="3209544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저장소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(코드 · 문서만)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187184" y="1335024"/>
            <a:ext cx="2999232" cy="3822192"/>
          </a:xfrm>
          <a:prstGeom prst="roundRect">
            <a:avLst>
              <a:gd name="adj" fmla="val 3659"/>
            </a:avLst>
          </a:prstGeom>
          <a:solidFill>
            <a:srgbClr val="FBEAE2"/>
          </a:solidFill>
          <a:ln w="15875">
            <a:solidFill>
              <a:srgbClr val="C1440E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7315200" y="146304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C1440E"/>
          </a:solidFill>
          <a:ln/>
          <a:effectLst>
            <a:outerShdw sx="100000" sy="100000" kx="0" ky="0" algn="bl" rotWithShape="0" blurRad="101600" dist="38100" dir="5400000">
              <a:srgbClr val="C1440E">
                <a:alpha val="2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162763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936992" y="1591056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노트북 (Windows)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Claude Code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516368" y="228600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회사 DB (913건)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동의 상태 관리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스케줄러 (평일 2시간 간격)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MCP 실제 발송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479792" y="4526280"/>
            <a:ext cx="241401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4567428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882128" y="4526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보관 · 실제 발송 (로컬 전용)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10460736" y="260604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B23A2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2216" y="2752344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515600" y="3209544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(실제 수신자)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5029200" y="324612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Text 26"/>
          <p:cNvSpPr txBox="1"/>
          <p:nvPr/>
        </p:nvSpPr>
        <p:spPr>
          <a:xfrm>
            <a:off x="5029200" y="2825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6858000" y="3246120"/>
            <a:ext cx="32918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Text 28"/>
          <p:cNvSpPr txBox="1"/>
          <p:nvPr/>
        </p:nvSpPr>
        <p:spPr>
          <a:xfrm>
            <a:off x="6858000" y="282549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10186416" y="3246120"/>
            <a:ext cx="274320" cy="0"/>
          </a:xfrm>
          <a:prstGeom prst="line">
            <a:avLst/>
          </a:prstGeom>
          <a:noFill/>
          <a:ln w="19050">
            <a:solidFill>
              <a:srgbClr val="C1440E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640080" y="60533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</a:t>
            </a:r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클라우드는 코드만 쓰고 push할 뿐, 913건 실제 회사 데이터와 Gmail 발송은 처음부터 끝까지 로컬 노트북에서만 실행됩니다.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2026-09-09T11:56:00Z</dcterms:created>
  <dcterms:modified xsi:type="dcterms:W3CDTF">2026-09-09T11:56:00Z</dcterms:modified>
</cp:coreProperties>
</file>