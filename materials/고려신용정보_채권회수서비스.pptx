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640080"/>
            <a:ext cx="2926080" cy="2926080"/>
          </a:xfrm>
          <a:prstGeom prst="ellipse">
            <a:avLst/>
          </a:prstGeom>
          <a:solidFill>
            <a:srgbClr val="E63462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신용사회지킴이  |  고려신용정보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공정증서, 지불각서
</a:t>
            </a:r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E634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방치하지 마세요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고려가 외상매출금, 대여금을 회수해드립니다.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4307921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482803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신용·재산조사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29000" y="4160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401" y="430792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08960" y="482803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채권추심업무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035040" y="4160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441" y="4307921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715000" y="482803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수임 가능 채권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641080" y="4160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481" y="4307921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21040" y="482803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채권추심 절차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822960" y="5989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이주석 팀장   (010) 6527-6825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신용·재산조사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거래를 시작하기 전, 그리고 채권이 흔들리기 전에 확인합니다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969264"/>
          </a:xfrm>
          <a:prstGeom prst="roundRect">
            <a:avLst>
              <a:gd name="adj" fmla="val 7547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647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931213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1907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채무불이행자에 대한 변제 능력 조사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45920" y="2075688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상환이 가능한 상태인지 재산·소득 현황을 파악합니다.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2770632"/>
            <a:ext cx="11155680" cy="969264"/>
          </a:xfrm>
          <a:prstGeom prst="roundRect">
            <a:avLst>
              <a:gd name="adj" fmla="val 7547"/>
            </a:avLst>
          </a:prstGeom>
          <a:solidFill>
            <a:srgbClr val="F4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935224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1" y="3101645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288950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및 기존 거래상대방의 신용조사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645920" y="324612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거래를 맺기 전, 상대방의 신용 상태를 사전에 확인합니다.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2920" y="3941064"/>
            <a:ext cx="11155680" cy="969264"/>
          </a:xfrm>
          <a:prstGeom prst="roundRect">
            <a:avLst>
              <a:gd name="adj" fmla="val 7547"/>
            </a:avLst>
          </a:prstGeom>
          <a:solidFill>
            <a:srgbClr val="F4F6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10565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4272077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59936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채권보전을 위한 사전조사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45920" y="4416552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분쟁이 생기기 전 채권을 지킬 수 있는 근거를 마련합니다.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02920" y="5111496"/>
            <a:ext cx="11155680" cy="969264"/>
          </a:xfrm>
          <a:prstGeom prst="roundRect">
            <a:avLst>
              <a:gd name="adj" fmla="val 7547"/>
            </a:avLst>
          </a:prstGeom>
          <a:solidFill>
            <a:srgbClr val="F4F6FC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27608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544250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523036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폐업법인 등 회수불능채권 대손상각용 증빙자료(회보서 등)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645920" y="558698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세무상 대손 처리에 필요한 공식 증빙자료를 제공합니다.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고려신용정보  ·  신용사회지킴이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155680" y="6537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채권추심업무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채권추심 업무수행을 위한 실행 단계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84248"/>
            <a:ext cx="777240" cy="777240"/>
          </a:xfrm>
          <a:prstGeom prst="ellipse">
            <a:avLst/>
          </a:prstGeom>
          <a:solidFill>
            <a:srgbClr val="E6346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186330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채무자 또는 채무관계자의 소재 파악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09360" y="16916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6629400" y="1984248"/>
            <a:ext cx="777240" cy="777240"/>
          </a:xfrm>
          <a:prstGeom prst="ellipse">
            <a:avLst/>
          </a:prstGeom>
          <a:solidFill>
            <a:srgbClr val="E6346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482" y="2186330"/>
            <a:ext cx="373075" cy="3730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29400" y="28803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채무자 또는 채무관계자에 대한 재산조사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02920" y="384048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13" name="Shape 9"/>
          <p:cNvSpPr/>
          <p:nvPr/>
        </p:nvSpPr>
        <p:spPr>
          <a:xfrm>
            <a:off x="822960" y="4133088"/>
            <a:ext cx="777240" cy="777240"/>
          </a:xfrm>
          <a:prstGeom prst="ellipse">
            <a:avLst/>
          </a:prstGeom>
          <a:solidFill>
            <a:srgbClr val="E6346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4335170"/>
            <a:ext cx="373075" cy="3730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960" y="502920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채무자 방문, 채무변제 촉구, 변제금 수령 대행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309360" y="384048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17" name="Shape 12"/>
          <p:cNvSpPr/>
          <p:nvPr/>
        </p:nvSpPr>
        <p:spPr>
          <a:xfrm>
            <a:off x="6629400" y="4133088"/>
            <a:ext cx="777240" cy="777240"/>
          </a:xfrm>
          <a:prstGeom prst="ellipse">
            <a:avLst/>
          </a:prstGeom>
          <a:solidFill>
            <a:srgbClr val="E6346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482" y="4335170"/>
            <a:ext cx="373075" cy="3730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29400" y="502920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채무법인·사업자 채무불이행정보 등재 서비스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고려신용정보  ·  신용사회지킴이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155680" y="6537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고려신용정보  ·  신용사회지킴이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1155680" y="6537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수임 가능 채권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상사채권과 민사채권, 두 영역 모두 수임이 가능합니다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2357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031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상사채권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691640" y="2560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상거래 상 발생한 미수채권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337413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2918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물품대금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68680" y="372160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63931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공사대금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68680" y="4069080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398678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용역대금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68680" y="441655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433425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사용료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68680" y="4764024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468172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임대료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68680" y="511149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1097280" y="5029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광고대금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68680" y="545896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1097280" y="537667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운송대금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263640" y="1691640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/>
        </p:spPr>
      </p:sp>
      <p:sp>
        <p:nvSpPr>
          <p:cNvPr id="24" name="Shape 21"/>
          <p:cNvSpPr/>
          <p:nvPr/>
        </p:nvSpPr>
        <p:spPr>
          <a:xfrm>
            <a:off x="6583680" y="2057400"/>
            <a:ext cx="685800" cy="685800"/>
          </a:xfrm>
          <a:prstGeom prst="ellipse">
            <a:avLst/>
          </a:prstGeom>
          <a:solidFill>
            <a:srgbClr val="E63462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88" y="2235708"/>
            <a:ext cx="329184" cy="32918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452360" y="21031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민사채권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7452360" y="256032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판결문·공정증서 등 집행권원을 확보한 민사채권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629400" y="3739896"/>
            <a:ext cx="82296" cy="82296"/>
          </a:xfrm>
          <a:prstGeom prst="ellipse">
            <a:avLst/>
          </a:prstGeom>
          <a:solidFill>
            <a:srgbClr val="E63462"/>
          </a:solidFill>
          <a:ln/>
        </p:spPr>
      </p:sp>
      <p:sp>
        <p:nvSpPr>
          <p:cNvPr id="29" name="Text 25"/>
          <p:cNvSpPr/>
          <p:nvPr/>
        </p:nvSpPr>
        <p:spPr>
          <a:xfrm>
            <a:off x="6858000" y="36576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대여금</a:t>
            </a:r>
            <a:endParaRPr lang="en-US" sz="1350" dirty="0"/>
          </a:p>
        </p:txBody>
      </p:sp>
      <p:sp>
        <p:nvSpPr>
          <p:cNvPr id="30" name="Shape 26"/>
          <p:cNvSpPr/>
          <p:nvPr/>
        </p:nvSpPr>
        <p:spPr>
          <a:xfrm>
            <a:off x="6629400" y="4087368"/>
            <a:ext cx="82296" cy="82296"/>
          </a:xfrm>
          <a:prstGeom prst="ellipse">
            <a:avLst/>
          </a:prstGeom>
          <a:solidFill>
            <a:srgbClr val="E63462"/>
          </a:solidFill>
          <a:ln/>
        </p:spPr>
      </p:sp>
      <p:sp>
        <p:nvSpPr>
          <p:cNvPr id="31" name="Text 27"/>
          <p:cNvSpPr/>
          <p:nvPr/>
        </p:nvSpPr>
        <p:spPr>
          <a:xfrm>
            <a:off x="6858000" y="400507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손해배상금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6629400" y="4434840"/>
            <a:ext cx="82296" cy="82296"/>
          </a:xfrm>
          <a:prstGeom prst="ellipse">
            <a:avLst/>
          </a:prstGeom>
          <a:solidFill>
            <a:srgbClr val="E63462"/>
          </a:solidFill>
          <a:ln/>
        </p:spPr>
      </p:sp>
      <p:sp>
        <p:nvSpPr>
          <p:cNvPr id="33" name="Text 29"/>
          <p:cNvSpPr/>
          <p:nvPr/>
        </p:nvSpPr>
        <p:spPr>
          <a:xfrm>
            <a:off x="6858000" y="435254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구상금</a:t>
            </a:r>
            <a:endParaRPr lang="en-US" sz="1350" dirty="0"/>
          </a:p>
        </p:txBody>
      </p:sp>
      <p:sp>
        <p:nvSpPr>
          <p:cNvPr id="34" name="Shape 30"/>
          <p:cNvSpPr/>
          <p:nvPr/>
        </p:nvSpPr>
        <p:spPr>
          <a:xfrm>
            <a:off x="6629400" y="4782312"/>
            <a:ext cx="82296" cy="82296"/>
          </a:xfrm>
          <a:prstGeom prst="ellipse">
            <a:avLst/>
          </a:prstGeom>
          <a:solidFill>
            <a:srgbClr val="E63462"/>
          </a:solidFill>
          <a:ln/>
        </p:spPr>
      </p:sp>
      <p:sp>
        <p:nvSpPr>
          <p:cNvPr id="35" name="Text 31"/>
          <p:cNvSpPr/>
          <p:nvPr/>
        </p:nvSpPr>
        <p:spPr>
          <a:xfrm>
            <a:off x="6858000" y="470001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보증금</a:t>
            </a:r>
            <a:endParaRPr lang="en-US" sz="1350" dirty="0"/>
          </a:p>
        </p:txBody>
      </p:sp>
      <p:sp>
        <p:nvSpPr>
          <p:cNvPr id="36" name="Text 32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고려신용정보  ·  신용사회지킴이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11155680" y="6537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채권추심 절차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상담부터 종결까지, 6단계로 진행됩니다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고객상담 및 위임계약체결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069080" y="2148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103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28803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수임통지 및 기초조사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863840" y="2148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92440" y="18288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2103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66760" y="28803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채무자면담 및 변제촉구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02920" y="40690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3434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343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77240" y="51206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진행현황 보고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069080" y="4389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297680" y="40690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43434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4343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0" y="51206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변제금 수령 및 회수 관리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863840" y="4389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092440" y="40690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8366760" y="4343400"/>
            <a:ext cx="566928" cy="566928"/>
          </a:xfrm>
          <a:prstGeom prst="ellipse">
            <a:avLst/>
          </a:prstGeom>
          <a:solidFill>
            <a:srgbClr val="E63462"/>
          </a:solidFill>
          <a:ln/>
        </p:spPr>
      </p:sp>
      <p:sp>
        <p:nvSpPr>
          <p:cNvPr id="30" name="Text 28"/>
          <p:cNvSpPr/>
          <p:nvPr/>
        </p:nvSpPr>
        <p:spPr>
          <a:xfrm>
            <a:off x="8366760" y="4343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366760" y="51206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추심결과보고 및 종결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고려신용정보  ·  신용사회지킴이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155680" y="6537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754880" cy="475488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188720"/>
            <a:ext cx="822960" cy="822960"/>
          </a:xfrm>
          <a:prstGeom prst="ellipse">
            <a:avLst/>
          </a:prstGeom>
          <a:solidFill>
            <a:srgbClr val="E6346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40269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286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채권, 더는 방치하지 마세요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2926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공정증서·지불각서로 확보된 채권, 고려신용정보가 신속하고 정확하게 회수해드립니다.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3794760"/>
            <a:ext cx="777240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8" name="Shape 5"/>
          <p:cNvSpPr/>
          <p:nvPr/>
        </p:nvSpPr>
        <p:spPr>
          <a:xfrm>
            <a:off x="1097280" y="4142232"/>
            <a:ext cx="731520" cy="731520"/>
          </a:xfrm>
          <a:prstGeom prst="ellipse">
            <a:avLst/>
          </a:prstGeom>
          <a:solidFill>
            <a:srgbClr val="E6346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475" y="4332427"/>
            <a:ext cx="351130" cy="3511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03120" y="39776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이주석 팀장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2103120" y="44348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3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(010) 6527-6825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고려신용정보  |  신용사회지킴이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2026-09-08T12:57:31Z</dcterms:created>
  <dcterms:modified xsi:type="dcterms:W3CDTF">2026-09-08T12:57:31Z</dcterms:modified>
</cp:coreProperties>
</file>